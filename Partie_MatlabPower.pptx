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739C41-BFC6-4C7A-9543-1EE8249D9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C16DC34-9341-45CB-8F4C-5BD0B5DB2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BDC8EA-C7A9-4F03-BC2D-E7601ABA6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80C95F-5CC9-4C68-8297-CD5FC59B6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2D9D21-81E6-45C6-8C89-627DE29C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22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69E56E-B093-4439-B1CE-1EF480D7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C57256-BD8D-450B-884A-711ED83CD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3834FE-CB7E-48EB-89E5-E58C0554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C1A098-CA66-4C30-B703-D87BE5BE7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66BF8D-3C1B-4240-8974-02B02557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138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C8F639-44B6-4C29-9463-D35BE5EEE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D08F15C-C2E7-4829-A7C3-E356781DA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450AF8-C21E-4EA7-8820-A3355F3E0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E62D7B-5E41-46D7-ABA6-1B9C829E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104005-29D7-4603-9A87-BFF51ECA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9245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067F06-52FD-456F-AEDB-03F0A62D0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A7DE38-4E13-4AC4-A45F-8A6553B7C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903551-D255-42AC-B6FB-4DA2F2B0C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95F3649-C20C-4BDC-BA0F-1BBC930D9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A0037E-4636-4A50-BC09-3A37AC46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030A6B-728E-4D46-82F8-8F1C0435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8079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D5C91B-C0B8-414B-B261-99FA9222D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130319-C2E6-45F1-8C79-07A8F0FF3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84B6F0-BA56-4612-9225-C78BAF4B4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FF51F6E-5F7D-4457-9B35-8CF960CD4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17C18BA-8349-41E6-B89D-D448BF03C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87B8885-9459-42A1-B3CA-832A703E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5747801-7A4F-47AE-B33B-171551E1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D327CCC-A7AF-47A8-9EDD-DD2E07E4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103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BB41D3-E141-46DD-BDBE-F62400C3F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2CAEB4-5A96-461E-A8F0-E9B6EC25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296162B-1946-4F38-90AA-FA8327836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D9FA2F-A5EB-483F-9F0E-A44BB0B0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7390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8CAF19-4F1D-469F-A6E8-D1E8EEAD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2330B94-1BC5-427A-8846-AF4AA0EB6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2E5A36-6DAF-4900-A98B-12254B39A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805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D256A4-1E47-4F04-AF8E-3B907A5D6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4A2233-5A76-4059-A821-9644A1D4B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04939D-9713-4B59-BC6D-3B757109F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B98A97-E048-4702-8960-7A00B4B7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693AD8-2084-44AF-9950-60657F2BB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951D5E-3F3E-414B-836B-FDC63F32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0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3C9331-04F7-4EDD-B8C2-D73280F6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3388B7D-D141-4065-9A0B-1A678761C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9A85E0-6541-43A1-B0B0-B369A275F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781A-3F87-462D-A38E-0310ACE9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E0A417-4CF3-4EEA-AF4A-B25669CB0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F65F06E-7D86-4E0D-B165-A3D84CBC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30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A75967-65B9-4EA6-9348-8A450754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B66C558-6424-49DB-A1EC-91834AB96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52E7E6-83A1-4133-A640-C5E52B8EE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5AD7FC-A347-4939-B904-A5496FC4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1F7EA8-4A0C-4CD7-BE19-45125175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48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C0B1964-D512-4C7C-8905-FE7CB3E55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B4DB35-81C0-4ADF-BB25-753EA52B7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222CCF-5A23-42E1-AECF-038D4503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13251A-2AFB-4CA1-8CFD-9ED92624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0CDF5B-1F6E-401A-B456-2F45EF797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17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F953ABF-4D6D-4F0D-B76E-21E4F4E10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2AC528-4328-4BD0-B824-98BAF777C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F7E62E-B696-445D-858B-14D4E1921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13965-F4CB-4433-B4F3-E1C1FAC3B487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4BE313-B131-4913-8813-FF8C40384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802DA5-CC80-4C8C-B621-4087ADC4D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41A84-A356-4579-8BEA-88C33A5FE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155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D28975-998B-4D65-84FE-87C5C4CEC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0867" y="2133599"/>
            <a:ext cx="8923867" cy="919163"/>
          </a:xfrm>
        </p:spPr>
        <p:txBody>
          <a:bodyPr/>
          <a:lstStyle/>
          <a:p>
            <a:r>
              <a:rPr lang="fr-FR" b="1" u="sng" dirty="0"/>
              <a:t>Partie Matlab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7B23CD6-C4C4-4208-AD63-8E9D6DE1D9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17380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4BC29E-D073-4DB2-99A6-DF6A2C37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/>
              <a:t>Code: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BBB6FC-8CC0-4600-9A57-4C161779F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Création de dossier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Jeu avec la base de données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87FC2BB-41B2-4F09-B9FB-0B8932A3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895" y="1825625"/>
            <a:ext cx="2636715" cy="207936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2B08610-204E-4E8C-BAD0-7EB8C6CC9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790" y="2264662"/>
            <a:ext cx="4038600" cy="132767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302D2ED-3ED8-4125-A80A-9E4DC4CED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67" y="4631622"/>
            <a:ext cx="5362691" cy="186125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0B1511C-5A8D-49DE-B71E-5BC108F1A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3067" y="4878425"/>
            <a:ext cx="7043978" cy="71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92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D23704-49D5-43D9-93DF-9F69A09D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/>
              <a:t>Réseau de neurone CNN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6CEB8F-C756-4945-9330-5D6D60D5F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0915"/>
            <a:ext cx="10515600" cy="4351338"/>
          </a:xfrm>
        </p:spPr>
        <p:txBody>
          <a:bodyPr/>
          <a:lstStyle/>
          <a:p>
            <a:r>
              <a:rPr lang="fr-FR" dirty="0"/>
              <a:t>Application du réseau de neurone sur la base de test </a:t>
            </a:r>
          </a:p>
          <a:p>
            <a:r>
              <a:rPr lang="fr-FR" dirty="0"/>
              <a:t>Conversion Python à Matlab</a:t>
            </a:r>
          </a:p>
          <a:p>
            <a:r>
              <a:rPr lang="fr-FR" dirty="0"/>
              <a:t>HSV</a:t>
            </a:r>
          </a:p>
          <a:p>
            <a:r>
              <a:rPr lang="fr-FR" dirty="0"/>
              <a:t>Détection contours et cercle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9DABB0F-1E96-4832-A7EF-E8BD2103E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662" y="2343714"/>
            <a:ext cx="4708080" cy="290570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8EED113-0DBF-46F6-9313-7E8D6E398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270" y="3796566"/>
            <a:ext cx="2812030" cy="269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CB4A42-D14E-4925-B0E1-0CDF637E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/>
              <a:t>Architecture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B94BA95-EF25-4C11-B1E2-474BDD0ED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889" y="1622425"/>
            <a:ext cx="8279422" cy="4351338"/>
          </a:xfrm>
        </p:spPr>
      </p:pic>
    </p:spTree>
    <p:extLst>
      <p:ext uri="{BB962C8B-B14F-4D97-AF65-F5344CB8AC3E}">
        <p14:creationId xmlns:p14="http://schemas.microsoft.com/office/powerpoint/2010/main" val="213582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CDAE3D-852D-4A95-8546-6C21B279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/>
              <a:t>Base de donnée Test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EF2F46-454F-46E8-BD69-AC0D46C8C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1162/12755 éléments</a:t>
            </a:r>
          </a:p>
          <a:p>
            <a:r>
              <a:rPr lang="fr-FR" dirty="0" err="1"/>
              <a:t>Accuracy</a:t>
            </a:r>
            <a:r>
              <a:rPr lang="fr-FR" dirty="0"/>
              <a:t> 28%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Réponse logique car beaucoup d’éléments supprimés</a:t>
            </a:r>
          </a:p>
          <a:p>
            <a:r>
              <a:rPr lang="fr-FR" dirty="0"/>
              <a:t>Variation rayon de détection cercle et </a:t>
            </a:r>
            <a:r>
              <a:rPr lang="fr-FR" dirty="0" err="1"/>
              <a:t>Sensitivity</a:t>
            </a:r>
            <a:r>
              <a:rPr lang="fr-FR" dirty="0"/>
              <a:t>  </a:t>
            </a:r>
          </a:p>
          <a:p>
            <a:endParaRPr lang="fr-FR" dirty="0"/>
          </a:p>
          <a:p>
            <a:r>
              <a:rPr lang="fr-FR" dirty="0"/>
              <a:t>Problème pour des images Noir et Blanc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AFD1A3-179D-4299-A64A-92BE8D7F5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050" y="2903500"/>
            <a:ext cx="8289283" cy="75719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81BD3C1-B15B-475A-9E56-AD8700D5C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041" y="5382648"/>
            <a:ext cx="1562318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37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CD29A6-E71E-47BD-B5C7-69307B359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/>
              <a:t>Réponse finale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AB6079-036B-4356-A505-B1828D7F9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Décevant?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DCB2F6-7C87-4F49-B18A-A1088F93F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66" y="2900361"/>
            <a:ext cx="3158068" cy="315806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6851D4F-699F-4D2F-9B41-F0E3F7C46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166" y="2900361"/>
            <a:ext cx="3158068" cy="315806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85F339E-97D3-4001-9268-EA2AC3582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167" y="2900360"/>
            <a:ext cx="3158069" cy="315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268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70</Words>
  <Application>Microsoft Office PowerPoint</Application>
  <PresentationFormat>Grand écran</PresentationFormat>
  <Paragraphs>24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Partie Matlab</vt:lpstr>
      <vt:lpstr>Code:</vt:lpstr>
      <vt:lpstr>Réseau de neurone CNN</vt:lpstr>
      <vt:lpstr>Architecture</vt:lpstr>
      <vt:lpstr>Base de donnée Test</vt:lpstr>
      <vt:lpstr>Réponse finale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Partie Matlab</dc:title>
  <dc:creator>Timeo Joly</dc:creator>
  <cp:lastModifiedBy>Timeo Joly</cp:lastModifiedBy>
  <cp:revision>9</cp:revision>
  <dcterms:created xsi:type="dcterms:W3CDTF">2026-05-22T06:56:25Z</dcterms:created>
  <dcterms:modified xsi:type="dcterms:W3CDTF">2026-05-22T07:52:03Z</dcterms:modified>
</cp:coreProperties>
</file>